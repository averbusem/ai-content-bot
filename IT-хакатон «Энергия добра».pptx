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6185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ru-RU"/>
              <a:t>IT-хакатон «Энергия добра»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098185"/>
            <a:ext cx="9144000" cy="895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i="0" lang="ru-RU" sz="400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Генератор контента для НКО</a:t>
            </a:r>
            <a:endParaRPr sz="40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24000" y="4855450"/>
            <a:ext cx="9144000" cy="895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Команда BigPing:</a:t>
            </a:r>
            <a:endParaRPr b="0" i="0" sz="4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Авербух Семён, Монёв Кирилл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Меню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Интуитивно понятное управление, с помощью которого можно сделать контент максимально быстро</a:t>
            </a:r>
            <a:endParaRPr/>
          </a:p>
        </p:txBody>
      </p:sp>
      <p:pic>
        <p:nvPicPr>
          <p:cNvPr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 id="93" name="Google Shape;93;p14"/>
          <p:cNvPicPr preferRelativeResize="0"/>
          <p:nvPr/>
        </p:nvPicPr>
        <p:blipFill rotWithShape="1">
          <a:blip r:embed="rId3">
            <a:alphaModFix/>
          </a:blip>
          <a:srcRect b="4458" l="0" r="0" t="3049"/>
          <a:stretch/>
        </p:blipFill>
        <p:spPr>
          <a:xfrm>
            <a:off x="7941872" y="606490"/>
            <a:ext cx="2761861" cy="5645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нимок экрана, черный, дизайн&#10;&#10;Контент, сгенерированный ИИ, может содержать ошибки.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4322" y="340519"/>
            <a:ext cx="6176963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снимок экрана, программное обеспечение, дизайн&#10;&#10;Контент, сгенерированный ИИ, может содержать ошибки." id="99" name="Google Shape;99;p15"/>
          <p:cNvPicPr preferRelativeResize="0"/>
          <p:nvPr/>
        </p:nvPicPr>
        <p:blipFill rotWithShape="1">
          <a:blip r:embed="rId3">
            <a:alphaModFix/>
          </a:blip>
          <a:srcRect b="4127" l="0" r="0" t="3971"/>
          <a:stretch/>
        </p:blipFill>
        <p:spPr>
          <a:xfrm>
            <a:off x="1639282" y="592510"/>
            <a:ext cx="2710322" cy="5672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нимок экрана, черный, дизайн&#10;&#10;Контент, сгенерированный ИИ, может содержать ошибки.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0963" y="340519"/>
            <a:ext cx="6176963" cy="617696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>
            <p:ph type="title"/>
          </p:nvPr>
        </p:nvSpPr>
        <p:spPr>
          <a:xfrm>
            <a:off x="6442774" y="365125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Генерация постов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6442774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Генерация постов реализована двумя способами: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ru-RU"/>
              <a:t>Интерактивный, в котором бот уточняет информацию о событии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lang="ru-RU"/>
              <a:t>Свободный, в котором пользователь наговаривает или пишет идею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38200" y="365125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Пример запроса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838199" y="1825625"/>
            <a:ext cx="97893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ru-RU" sz="2500"/>
              <a:t>Создай пост о том, что мы провели IT-хакатон 'Энергия добра'. Он проходил в онлайн формате, в нём участвовали более 300 человек.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ru-RU" sz="2500"/>
              <a:t>Было 3 кейса: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ru-RU" sz="2500"/>
              <a:t>Телеграм-бот для создания ИИ контента (постов)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ru-RU" sz="2500"/>
              <a:t>Онлайн-навигатор по социальным проектам и НКО в городах присутствия Росатома в виде одностраничного сайта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ru-RU" sz="2500"/>
              <a:t>Информационный портал для НКО городов Росатома с интерактивной картой.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838200" y="365125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ru-RU" sz="4000"/>
              <a:t>Пример поста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6096000" y="365125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Картинка к посту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5029902" cy="410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 title="photo_2025-11-16_17-22-2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3639" y="1529413"/>
            <a:ext cx="4862513" cy="4862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838200" y="365125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UX/UI</a:t>
            </a:r>
            <a:endParaRPr/>
          </a:p>
        </p:txBody>
      </p:sp>
      <p:pic>
        <p:nvPicPr>
          <p:cNvPr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 id="122" name="Google Shape;122;p18"/>
          <p:cNvPicPr preferRelativeResize="0"/>
          <p:nvPr/>
        </p:nvPicPr>
        <p:blipFill rotWithShape="1">
          <a:blip r:embed="rId3">
            <a:alphaModFix/>
          </a:blip>
          <a:srcRect b="4458" l="0" r="0" t="3049"/>
          <a:stretch/>
        </p:blipFill>
        <p:spPr>
          <a:xfrm>
            <a:off x="9292573" y="1250341"/>
            <a:ext cx="2131856" cy="4357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нимок экрана, черный, дизайн&#10;&#10;Контент, сгенерированный ИИ, может содержать ошибки." id="123" name="Google Shape;1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4531" y="1045030"/>
            <a:ext cx="4767942" cy="4767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программное обеспечение, дизайн&#10;&#10;Контент, сгенерированный ИИ, может содержать ошибки." id="124" name="Google Shape;124;p18"/>
          <p:cNvPicPr preferRelativeResize="0"/>
          <p:nvPr/>
        </p:nvPicPr>
        <p:blipFill rotWithShape="1">
          <a:blip r:embed="rId5">
            <a:alphaModFix/>
          </a:blip>
          <a:srcRect b="4127" l="0" r="0" t="3971"/>
          <a:stretch/>
        </p:blipFill>
        <p:spPr>
          <a:xfrm>
            <a:off x="6497846" y="1239538"/>
            <a:ext cx="2092074" cy="4378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нимок экрана, черный, дизайн&#10;&#10;Контент, сгенерированный ИИ, может содержать ошибки." id="125" name="Google Shape;1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2988" y="1045030"/>
            <a:ext cx="4767942" cy="4767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программное обеспечение, дизайн&#10;&#10;Контент, сгенерированный ИИ, может содержать ошибки." id="126" name="Google Shape;126;p18"/>
          <p:cNvPicPr preferRelativeResize="0"/>
          <p:nvPr/>
        </p:nvPicPr>
        <p:blipFill rotWithShape="1">
          <a:blip r:embed="rId6">
            <a:alphaModFix/>
          </a:blip>
          <a:srcRect b="4079" l="0" r="0" t="4080"/>
          <a:stretch/>
        </p:blipFill>
        <p:spPr>
          <a:xfrm>
            <a:off x="3708999" y="1239538"/>
            <a:ext cx="2093426" cy="4378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нимок экрана, черный, дизайн&#10;&#10;Контент, сгенерированный ИИ, может содержать ошибки." id="127" name="Google Shape;1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4005" y="1045029"/>
            <a:ext cx="4767942" cy="4767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725399" y="365125"/>
            <a:ext cx="525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Используемые технологии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725399" y="1825625"/>
            <a:ext cx="525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Бот:</a:t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Python</a:t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Redis</a:t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Docker</a:t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Модели:</a:t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Salute Speech</a:t>
            </a:r>
            <a:endParaRPr sz="25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GigaChat</a:t>
            </a:r>
            <a:endParaRPr sz="2500"/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5983199" y="365125"/>
            <a:ext cx="525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Ограничения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5983199" y="1825625"/>
            <a:ext cx="525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Giga</a:t>
            </a:r>
            <a:r>
              <a:rPr lang="ru-RU" sz="2500"/>
              <a:t>chat (GigaChat 2 Lite)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900.000 токенов / год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Salute Speech (Тариф</a:t>
            </a:r>
            <a:r>
              <a:rPr lang="ru-RU" sz="2500"/>
              <a:t> Freemium</a:t>
            </a:r>
            <a:r>
              <a:rPr lang="ru-RU" sz="2500"/>
              <a:t>):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Синтез речи - 200.000 символов / месяц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500"/>
              <a:t>Распознавание речи - 100 мин / месяц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